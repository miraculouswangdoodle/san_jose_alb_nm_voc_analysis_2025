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D8033B-B79D-417D-8BCF-2CAE595077EA}" v="1" dt="2026-04-23T16:21:36.9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79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ie Ritchie" userId="fb4ee613-3d3c-4744-8b9e-cf18fa1e0369" providerId="ADAL" clId="{87769B46-6581-4DC7-9E58-06F929979F7E}"/>
    <pc:docChg chg="undo custSel addSld modSld">
      <pc:chgData name="Jaimie Ritchie" userId="fb4ee613-3d3c-4744-8b9e-cf18fa1e0369" providerId="ADAL" clId="{87769B46-6581-4DC7-9E58-06F929979F7E}" dt="2026-04-23T16:25:00.334" v="151" actId="1076"/>
      <pc:docMkLst>
        <pc:docMk/>
      </pc:docMkLst>
      <pc:sldChg chg="addSp delSp modSp new mod modClrScheme chgLayout">
        <pc:chgData name="Jaimie Ritchie" userId="fb4ee613-3d3c-4744-8b9e-cf18fa1e0369" providerId="ADAL" clId="{87769B46-6581-4DC7-9E58-06F929979F7E}" dt="2026-04-23T16:25:00.334" v="151" actId="1076"/>
        <pc:sldMkLst>
          <pc:docMk/>
          <pc:sldMk cId="3299608464" sldId="256"/>
        </pc:sldMkLst>
        <pc:spChg chg="del">
          <ac:chgData name="Jaimie Ritchie" userId="fb4ee613-3d3c-4744-8b9e-cf18fa1e0369" providerId="ADAL" clId="{87769B46-6581-4DC7-9E58-06F929979F7E}" dt="2026-04-23T16:21:24.891" v="1" actId="700"/>
          <ac:spMkLst>
            <pc:docMk/>
            <pc:sldMk cId="3299608464" sldId="256"/>
            <ac:spMk id="2" creationId="{3375FEC1-50E9-AB2E-E8F9-BEBFCAA110E5}"/>
          </ac:spMkLst>
        </pc:spChg>
        <pc:spChg chg="del">
          <ac:chgData name="Jaimie Ritchie" userId="fb4ee613-3d3c-4744-8b9e-cf18fa1e0369" providerId="ADAL" clId="{87769B46-6581-4DC7-9E58-06F929979F7E}" dt="2026-04-23T16:21:24.891" v="1" actId="700"/>
          <ac:spMkLst>
            <pc:docMk/>
            <pc:sldMk cId="3299608464" sldId="256"/>
            <ac:spMk id="3" creationId="{D01526F0-2F3B-EB8D-DC59-D47A14E9B65C}"/>
          </ac:spMkLst>
        </pc:spChg>
        <pc:spChg chg="add mod">
          <ac:chgData name="Jaimie Ritchie" userId="fb4ee613-3d3c-4744-8b9e-cf18fa1e0369" providerId="ADAL" clId="{87769B46-6581-4DC7-9E58-06F929979F7E}" dt="2026-04-23T16:25:00.334" v="151" actId="1076"/>
          <ac:spMkLst>
            <pc:docMk/>
            <pc:sldMk cId="3299608464" sldId="256"/>
            <ac:spMk id="6" creationId="{6D9A93F8-09E8-AD12-7D1E-B73B4F0E2BD6}"/>
          </ac:spMkLst>
        </pc:spChg>
        <pc:picChg chg="add mod">
          <ac:chgData name="Jaimie Ritchie" userId="fb4ee613-3d3c-4744-8b9e-cf18fa1e0369" providerId="ADAL" clId="{87769B46-6581-4DC7-9E58-06F929979F7E}" dt="2026-04-23T16:21:32.571" v="4" actId="1076"/>
          <ac:picMkLst>
            <pc:docMk/>
            <pc:sldMk cId="3299608464" sldId="256"/>
            <ac:picMk id="5" creationId="{1A5BB4B2-FCDD-2B02-44C3-D91DD9F0196F}"/>
          </ac:picMkLst>
        </pc:picChg>
      </pc:sldChg>
      <pc:sldChg chg="addSp delSp modSp add mod">
        <pc:chgData name="Jaimie Ritchie" userId="fb4ee613-3d3c-4744-8b9e-cf18fa1e0369" providerId="ADAL" clId="{87769B46-6581-4DC7-9E58-06F929979F7E}" dt="2026-04-23T16:22:32.837" v="35" actId="1076"/>
        <pc:sldMkLst>
          <pc:docMk/>
          <pc:sldMk cId="1590411645" sldId="257"/>
        </pc:sldMkLst>
        <pc:spChg chg="mod">
          <ac:chgData name="Jaimie Ritchie" userId="fb4ee613-3d3c-4744-8b9e-cf18fa1e0369" providerId="ADAL" clId="{87769B46-6581-4DC7-9E58-06F929979F7E}" dt="2026-04-23T16:22:32.837" v="35" actId="1076"/>
          <ac:spMkLst>
            <pc:docMk/>
            <pc:sldMk cId="1590411645" sldId="257"/>
            <ac:spMk id="6" creationId="{0490F1F5-A09C-4063-AED5-8A06D78678B4}"/>
          </ac:spMkLst>
        </pc:spChg>
        <pc:picChg chg="add mod">
          <ac:chgData name="Jaimie Ritchie" userId="fb4ee613-3d3c-4744-8b9e-cf18fa1e0369" providerId="ADAL" clId="{87769B46-6581-4DC7-9E58-06F929979F7E}" dt="2026-04-23T16:22:20.954" v="32" actId="1076"/>
          <ac:picMkLst>
            <pc:docMk/>
            <pc:sldMk cId="1590411645" sldId="257"/>
            <ac:picMk id="3" creationId="{A812B0A0-00EB-9B91-7BD2-D58FC740C2BE}"/>
          </ac:picMkLst>
        </pc:picChg>
        <pc:picChg chg="del">
          <ac:chgData name="Jaimie Ritchie" userId="fb4ee613-3d3c-4744-8b9e-cf18fa1e0369" providerId="ADAL" clId="{87769B46-6581-4DC7-9E58-06F929979F7E}" dt="2026-04-23T16:22:12.906" v="29" actId="478"/>
          <ac:picMkLst>
            <pc:docMk/>
            <pc:sldMk cId="1590411645" sldId="257"/>
            <ac:picMk id="5" creationId="{00133F0B-C3B1-9569-0F2E-7C78239AC787}"/>
          </ac:picMkLst>
        </pc:picChg>
      </pc:sldChg>
      <pc:sldChg chg="addSp delSp modSp add mod">
        <pc:chgData name="Jaimie Ritchie" userId="fb4ee613-3d3c-4744-8b9e-cf18fa1e0369" providerId="ADAL" clId="{87769B46-6581-4DC7-9E58-06F929979F7E}" dt="2026-04-23T16:23:05.673" v="84" actId="1076"/>
        <pc:sldMkLst>
          <pc:docMk/>
          <pc:sldMk cId="2855171893" sldId="258"/>
        </pc:sldMkLst>
        <pc:spChg chg="mod">
          <ac:chgData name="Jaimie Ritchie" userId="fb4ee613-3d3c-4744-8b9e-cf18fa1e0369" providerId="ADAL" clId="{87769B46-6581-4DC7-9E58-06F929979F7E}" dt="2026-04-23T16:22:55.939" v="47" actId="1076"/>
          <ac:spMkLst>
            <pc:docMk/>
            <pc:sldMk cId="2855171893" sldId="258"/>
            <ac:spMk id="6" creationId="{315E5486-34B4-9E85-971E-D82882C00FA9}"/>
          </ac:spMkLst>
        </pc:spChg>
        <pc:picChg chg="add mod">
          <ac:chgData name="Jaimie Ritchie" userId="fb4ee613-3d3c-4744-8b9e-cf18fa1e0369" providerId="ADAL" clId="{87769B46-6581-4DC7-9E58-06F929979F7E}" dt="2026-04-23T16:23:05.673" v="84" actId="1076"/>
          <ac:picMkLst>
            <pc:docMk/>
            <pc:sldMk cId="2855171893" sldId="258"/>
            <ac:picMk id="3" creationId="{8F9C6ECE-975E-5B52-9A8B-83475F3A1955}"/>
          </ac:picMkLst>
        </pc:picChg>
        <pc:picChg chg="del mod">
          <ac:chgData name="Jaimie Ritchie" userId="fb4ee613-3d3c-4744-8b9e-cf18fa1e0369" providerId="ADAL" clId="{87769B46-6581-4DC7-9E58-06F929979F7E}" dt="2026-04-23T16:22:58.028" v="48" actId="478"/>
          <ac:picMkLst>
            <pc:docMk/>
            <pc:sldMk cId="2855171893" sldId="258"/>
            <ac:picMk id="5" creationId="{1C2F5CC8-17A0-DB32-30ED-8C5E63BD30F2}"/>
          </ac:picMkLst>
        </pc:picChg>
      </pc:sldChg>
      <pc:sldChg chg="addSp delSp modSp add mod">
        <pc:chgData name="Jaimie Ritchie" userId="fb4ee613-3d3c-4744-8b9e-cf18fa1e0369" providerId="ADAL" clId="{87769B46-6581-4DC7-9E58-06F929979F7E}" dt="2026-04-23T16:23:36.898" v="101" actId="478"/>
        <pc:sldMkLst>
          <pc:docMk/>
          <pc:sldMk cId="17005264" sldId="259"/>
        </pc:sldMkLst>
        <pc:spChg chg="mod">
          <ac:chgData name="Jaimie Ritchie" userId="fb4ee613-3d3c-4744-8b9e-cf18fa1e0369" providerId="ADAL" clId="{87769B46-6581-4DC7-9E58-06F929979F7E}" dt="2026-04-23T16:23:33.255" v="99" actId="1076"/>
          <ac:spMkLst>
            <pc:docMk/>
            <pc:sldMk cId="17005264" sldId="259"/>
            <ac:spMk id="6" creationId="{4DED00F3-0671-B566-E0A8-831E73A406E3}"/>
          </ac:spMkLst>
        </pc:spChg>
        <pc:picChg chg="add del mod">
          <ac:chgData name="Jaimie Ritchie" userId="fb4ee613-3d3c-4744-8b9e-cf18fa1e0369" providerId="ADAL" clId="{87769B46-6581-4DC7-9E58-06F929979F7E}" dt="2026-04-23T16:23:36.898" v="101" actId="478"/>
          <ac:picMkLst>
            <pc:docMk/>
            <pc:sldMk cId="17005264" sldId="259"/>
            <ac:picMk id="3" creationId="{1BBD3107-83FC-1DC2-51A2-E2041758FFB2}"/>
          </ac:picMkLst>
        </pc:picChg>
        <pc:picChg chg="del">
          <ac:chgData name="Jaimie Ritchie" userId="fb4ee613-3d3c-4744-8b9e-cf18fa1e0369" providerId="ADAL" clId="{87769B46-6581-4DC7-9E58-06F929979F7E}" dt="2026-04-23T16:23:11.339" v="85" actId="478"/>
          <ac:picMkLst>
            <pc:docMk/>
            <pc:sldMk cId="17005264" sldId="259"/>
            <ac:picMk id="5" creationId="{C2D439FF-52B6-809D-960C-604AED2F12D0}"/>
          </ac:picMkLst>
        </pc:picChg>
      </pc:sldChg>
      <pc:sldChg chg="addSp delSp modSp add mod">
        <pc:chgData name="Jaimie Ritchie" userId="fb4ee613-3d3c-4744-8b9e-cf18fa1e0369" providerId="ADAL" clId="{87769B46-6581-4DC7-9E58-06F929979F7E}" dt="2026-04-23T16:24:03.911" v="119" actId="1076"/>
        <pc:sldMkLst>
          <pc:docMk/>
          <pc:sldMk cId="3579777339" sldId="260"/>
        </pc:sldMkLst>
        <pc:spChg chg="mod">
          <ac:chgData name="Jaimie Ritchie" userId="fb4ee613-3d3c-4744-8b9e-cf18fa1e0369" providerId="ADAL" clId="{87769B46-6581-4DC7-9E58-06F929979F7E}" dt="2026-04-23T16:23:58.501" v="115" actId="1076"/>
          <ac:spMkLst>
            <pc:docMk/>
            <pc:sldMk cId="3579777339" sldId="260"/>
            <ac:spMk id="6" creationId="{43AB27B1-35C0-0C9B-E5E6-F09C69815755}"/>
          </ac:spMkLst>
        </pc:spChg>
        <pc:picChg chg="add mod">
          <ac:chgData name="Jaimie Ritchie" userId="fb4ee613-3d3c-4744-8b9e-cf18fa1e0369" providerId="ADAL" clId="{87769B46-6581-4DC7-9E58-06F929979F7E}" dt="2026-04-23T16:24:03.911" v="119" actId="1076"/>
          <ac:picMkLst>
            <pc:docMk/>
            <pc:sldMk cId="3579777339" sldId="260"/>
            <ac:picMk id="3" creationId="{9BAAC0C3-15CE-64F0-3C7D-53B79E6CEEFA}"/>
          </ac:picMkLst>
        </pc:picChg>
        <pc:picChg chg="del">
          <ac:chgData name="Jaimie Ritchie" userId="fb4ee613-3d3c-4744-8b9e-cf18fa1e0369" providerId="ADAL" clId="{87769B46-6581-4DC7-9E58-06F929979F7E}" dt="2026-04-23T16:23:59.538" v="116" actId="478"/>
          <ac:picMkLst>
            <pc:docMk/>
            <pc:sldMk cId="3579777339" sldId="260"/>
            <ac:picMk id="5" creationId="{81C92E59-32D3-07F6-7261-58488EEE642E}"/>
          </ac:picMkLst>
        </pc:picChg>
      </pc:sldChg>
      <pc:sldChg chg="addSp delSp modSp add mod">
        <pc:chgData name="Jaimie Ritchie" userId="fb4ee613-3d3c-4744-8b9e-cf18fa1e0369" providerId="ADAL" clId="{87769B46-6581-4DC7-9E58-06F929979F7E}" dt="2026-04-23T16:24:34.138" v="139" actId="1076"/>
        <pc:sldMkLst>
          <pc:docMk/>
          <pc:sldMk cId="3242399265" sldId="261"/>
        </pc:sldMkLst>
        <pc:spChg chg="mod">
          <ac:chgData name="Jaimie Ritchie" userId="fb4ee613-3d3c-4744-8b9e-cf18fa1e0369" providerId="ADAL" clId="{87769B46-6581-4DC7-9E58-06F929979F7E}" dt="2026-04-23T16:24:23.144" v="135" actId="1076"/>
          <ac:spMkLst>
            <pc:docMk/>
            <pc:sldMk cId="3242399265" sldId="261"/>
            <ac:spMk id="6" creationId="{D970BFAC-8CB2-B044-3A55-666DF79CD93D}"/>
          </ac:spMkLst>
        </pc:spChg>
        <pc:picChg chg="add mod">
          <ac:chgData name="Jaimie Ritchie" userId="fb4ee613-3d3c-4744-8b9e-cf18fa1e0369" providerId="ADAL" clId="{87769B46-6581-4DC7-9E58-06F929979F7E}" dt="2026-04-23T16:24:34.138" v="139" actId="1076"/>
          <ac:picMkLst>
            <pc:docMk/>
            <pc:sldMk cId="3242399265" sldId="261"/>
            <ac:picMk id="3" creationId="{BCFFB4D7-140C-60B8-C8E4-43E76BB3B3D2}"/>
          </ac:picMkLst>
        </pc:picChg>
        <pc:picChg chg="del">
          <ac:chgData name="Jaimie Ritchie" userId="fb4ee613-3d3c-4744-8b9e-cf18fa1e0369" providerId="ADAL" clId="{87769B46-6581-4DC7-9E58-06F929979F7E}" dt="2026-04-23T16:24:24.805" v="136" actId="478"/>
          <ac:picMkLst>
            <pc:docMk/>
            <pc:sldMk cId="3242399265" sldId="261"/>
            <ac:picMk id="5" creationId="{B57EDB2B-7C56-8197-E887-51FCE970833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086F3-B346-17BE-EE4D-7DE2C0D6FF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609DC-2FC9-453F-BBF1-DB4DE9726D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12C41-A668-1298-DD2A-1E8D644DE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BCEEB-AC1D-4C45-A2D2-2F56A462BF9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ACFD9-0222-FEA7-8050-F631FF692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0285A-EFDF-6ED2-7A88-F22E5E7FC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5507-8378-4843-A3C9-D80CC46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60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5FB6C-E732-5D2F-DF7E-35045AD4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BC9BF-5B80-1384-2AF4-FF47579BF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7B96B-FF8E-8402-19B3-C71A5EC03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BCEEB-AC1D-4C45-A2D2-2F56A462BF9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135DA-6445-F64A-81E7-BD139F988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DA446-280E-737C-796B-BD92C379F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5507-8378-4843-A3C9-D80CC46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118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0E801-8862-95D7-4AFD-630924942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E2C80-6FF0-D4A6-47F0-F34F2F051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8EADC-15BB-3642-9FFB-652368ECB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BCEEB-AC1D-4C45-A2D2-2F56A462BF9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B110B-9F24-3014-D503-E31F058C1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514D-3E4C-7BAD-0A53-D6420EFE1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5507-8378-4843-A3C9-D80CC46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70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642DB-86C8-FED8-122F-DC4DCCB64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F4B4B-05D5-75AB-51A3-343249243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4B85A-332D-7AF6-E90D-1F4432D4A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824E0-6F86-DF1B-978E-20FCDDFFD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BCEEB-AC1D-4C45-A2D2-2F56A462BF9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5D34E-862B-C5DC-BC52-94177650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B39C5-64A5-5929-F290-B831362AE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5507-8378-4843-A3C9-D80CC46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624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B228D-C936-3794-B078-E0A566203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3B025-568C-2839-AE3A-B40119A09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A967A-5820-2A67-B09E-76A72C7EC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9CAE7B-1AFE-3E3A-F14D-571BEB3256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73EEA-E0E4-06C9-F3A9-85DD5841B7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658518-BDC4-ED2F-CBEA-321C5324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BCEEB-AC1D-4C45-A2D2-2F56A462BF9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F7BAC-6B16-9531-947C-0ACD88CEE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F1E386-DDE2-78E7-8572-D44189189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5507-8378-4843-A3C9-D80CC46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13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03986-E441-EF11-6C52-7FB25BEDD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F80169-F749-E6B2-6D11-2665F8692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BCEEB-AC1D-4C45-A2D2-2F56A462BF9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993E0-DEC1-98A3-7584-C6F05A9C7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933178-5FAE-3FCE-F017-F640CEFD7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5507-8378-4843-A3C9-D80CC46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97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C9C00C-5444-560A-D6A4-7D8E25F66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BCEEB-AC1D-4C45-A2D2-2F56A462BF9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9A99B7-6430-C87A-FD2C-DC841F76F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CC71A-AD45-D558-A61C-419E5107E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5507-8378-4843-A3C9-D80CC46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2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49522-5A6A-9CEE-3892-98AF61D63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5821E-73A5-0E3C-76DE-20FA1759D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43B3C-3E5C-971C-8C16-9D36372C3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771AC-36D7-4893-4360-31453283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BCEEB-AC1D-4C45-A2D2-2F56A462BF9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B4905-C184-DE53-BDC1-413A0D7AC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0477C-34B9-EBB8-1B54-7C556D18C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5507-8378-4843-A3C9-D80CC46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034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854E8-6558-2ACA-64A4-FA4E88FC6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355FE-FD44-8FC7-5033-3A6B32EDF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0355D4-31D3-1D5C-0D5A-D9D0E5EB6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5278A-6985-DC5A-A9F6-9CC7CFA85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BCEEB-AC1D-4C45-A2D2-2F56A462BF9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E9E70-4006-F34C-B303-E6A0CB5F2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E9B5D-9FAE-A394-B6A9-E23C2627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5507-8378-4843-A3C9-D80CC46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85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2652-CB76-0562-B592-5B50152A3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2D76C-D2E0-0D47-451C-1248023CA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A50F7-92D5-D2AF-C10C-A7CC2C77C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BCEEB-AC1D-4C45-A2D2-2F56A462BF9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FAFB6-7210-7FD2-31F5-97B9C880B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F9B14-F819-3A62-D03E-28EAFC770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5507-8378-4843-A3C9-D80CC46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64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491E-9415-1DF5-C4EB-AD4EBA7198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127AC-9610-EA98-45DC-F3BBC5F5D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16A5D-22CC-4BA7-B43A-4B3E6D4BC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BCEEB-AC1D-4C45-A2D2-2F56A462BF9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213F4-1CDF-3AF3-BD95-F6F77AF5F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5CC83-901C-1597-65CE-8D8AD9AE0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75507-8378-4843-A3C9-D80CC46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98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2184A7-1FCA-0BB0-5EEB-FE29A1B73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17A52-CBDD-0BF7-0123-9E3ACACDB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2355F-A7AB-FAFC-B516-3A3B16EA77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BCEEB-AC1D-4C45-A2D2-2F56A462BF9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EFA7F-2509-7C1F-A689-7A630690C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8ED9C-69C9-C41A-B1F1-F97477F37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E75507-8378-4843-A3C9-D80CC46CC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38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5BB4B2-FCDD-2B02-44C3-D91DD9F01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485"/>
            <a:ext cx="12192000" cy="62565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9A93F8-09E8-AD12-7D1E-B73B4F0E2BD6}"/>
              </a:ext>
            </a:extLst>
          </p:cNvPr>
          <p:cNvSpPr txBox="1"/>
          <p:nvPr/>
        </p:nvSpPr>
        <p:spPr>
          <a:xfrm>
            <a:off x="4907213" y="78265"/>
            <a:ext cx="2377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Full (1/4/2025)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608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DFAAD-3D7C-5178-EAB6-8A2C8E4F5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90F1F5-A09C-4063-AED5-8A06D78678B4}"/>
              </a:ext>
            </a:extLst>
          </p:cNvPr>
          <p:cNvSpPr txBox="1"/>
          <p:nvPr/>
        </p:nvSpPr>
        <p:spPr>
          <a:xfrm>
            <a:off x="5441813" y="101591"/>
            <a:ext cx="13083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1s-420s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12B0A0-00EB-9B91-7BD2-D58FC740C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76642"/>
            <a:ext cx="12192000" cy="618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411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4168C-0259-7476-29D3-5622130BC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15E5486-34B4-9E85-971E-D82882C00FA9}"/>
              </a:ext>
            </a:extLst>
          </p:cNvPr>
          <p:cNvSpPr txBox="1"/>
          <p:nvPr/>
        </p:nvSpPr>
        <p:spPr>
          <a:xfrm>
            <a:off x="5259072" y="78265"/>
            <a:ext cx="1673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420s-960s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9C6ECE-975E-5B52-9A8B-83475F3A1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312"/>
            <a:ext cx="12192000" cy="618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171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900F8-F7A0-B558-BFC8-CC121070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ED00F3-0671-B566-E0A8-831E73A406E3}"/>
              </a:ext>
            </a:extLst>
          </p:cNvPr>
          <p:cNvSpPr txBox="1"/>
          <p:nvPr/>
        </p:nvSpPr>
        <p:spPr>
          <a:xfrm>
            <a:off x="5167701" y="117289"/>
            <a:ext cx="1856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940s-1240s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BD3107-83FC-1DC2-51A2-E2041758F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0509"/>
            <a:ext cx="12192000" cy="621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5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9870F-12B4-4240-F449-567DA294D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AB27B1-35C0-0C9B-E5E6-F09C69815755}"/>
              </a:ext>
            </a:extLst>
          </p:cNvPr>
          <p:cNvSpPr txBox="1"/>
          <p:nvPr/>
        </p:nvSpPr>
        <p:spPr>
          <a:xfrm>
            <a:off x="5076329" y="78265"/>
            <a:ext cx="2039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1240s-1820s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AAC0C3-15CE-64F0-3C7D-53B79E6CE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1681"/>
            <a:ext cx="12192000" cy="620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777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10F80-8D10-AF55-F817-4384579AD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70BFAC-8CB2-B044-3A55-666DF79CD93D}"/>
              </a:ext>
            </a:extLst>
          </p:cNvPr>
          <p:cNvSpPr txBox="1"/>
          <p:nvPr/>
        </p:nvSpPr>
        <p:spPr>
          <a:xfrm>
            <a:off x="5076329" y="96587"/>
            <a:ext cx="2039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1820s-2450s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FFB4D7-140C-60B8-C8E4-43E76BB3B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19807"/>
            <a:ext cx="12192000" cy="623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399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Jaimie Ritchie</dc:creator>
  <cp:lastModifiedBy>Jaimie Ritchie</cp:lastModifiedBy>
  <cp:revision>1</cp:revision>
  <dcterms:created xsi:type="dcterms:W3CDTF">2026-04-23T16:21:17Z</dcterms:created>
  <dcterms:modified xsi:type="dcterms:W3CDTF">2026-04-23T16:25:02Z</dcterms:modified>
</cp:coreProperties>
</file>